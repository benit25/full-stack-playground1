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 Security Audit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 as a senior application security auditor.</a:t>
            </a:r>
          </a:p>
          <a:p/>
          <a:p>
            <a:r>
              <a:t>Analyze a .env file and produce a security audit report.</a:t>
            </a:r>
          </a:p>
          <a:p/>
          <a:p>
            <a:r>
              <a:t>Mask all secrets. Identify risks like:</a:t>
            </a:r>
          </a:p>
          <a:p>
            <a:r>
              <a:t>- Hardcoded secrets</a:t>
            </a:r>
          </a:p>
          <a:p>
            <a:r>
              <a:t>- Weak credentials</a:t>
            </a:r>
          </a:p>
          <a:p>
            <a:r>
              <a:t>- Misconfigurations</a:t>
            </a:r>
          </a:p>
          <a:p>
            <a:r>
              <a:t>- Exposed services</a:t>
            </a:r>
          </a:p>
          <a:p>
            <a:r>
              <a:t>- Debug flags, CORS, URLs</a:t>
            </a:r>
          </a:p>
          <a:p/>
          <a:p>
            <a:r>
              <a:t>Classify findings with severity and remediation.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finding must include:</a:t>
            </a:r>
          </a:p>
          <a:p>
            <a:r>
              <a:t>- Title</a:t>
            </a:r>
          </a:p>
          <a:p>
            <a:r>
              <a:t>- Severity</a:t>
            </a:r>
          </a:p>
          <a:p>
            <a:r>
              <a:t>- Affected variables</a:t>
            </a:r>
          </a:p>
          <a:p>
            <a:r>
              <a:t>- Risk explanation</a:t>
            </a:r>
          </a:p>
          <a:p>
            <a:r>
              <a:t>- Recommendation</a:t>
            </a:r>
          </a:p>
          <a:p/>
          <a:p>
            <a:r>
              <a:t>Also include:</a:t>
            </a:r>
          </a:p>
          <a:p>
            <a:r>
              <a:t>- Overall risk level</a:t>
            </a:r>
          </a:p>
          <a:p>
            <a:r>
              <a:t>- Top 5 fixes</a:t>
            </a:r>
          </a:p>
          <a:p>
            <a:r>
              <a:t>- Quick wins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Never expose full secrets</a:t>
            </a:r>
          </a:p>
          <a:p>
            <a:r>
              <a:t>- Mask sensitive values</a:t>
            </a:r>
          </a:p>
          <a:p>
            <a:r>
              <a:t>- Flag anything suspicious</a:t>
            </a:r>
          </a:p>
          <a:p>
            <a:r>
              <a:t>- Do not invent variables</a:t>
            </a:r>
          </a:p>
          <a:p>
            <a:r>
              <a:t>- Note if file is incomplete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Paste .env file:</a:t>
            </a:r>
          </a:p>
          <a:p/>
          <a:p>
            <a:r>
              <a:t>[paste .env content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Audit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 as a penetration tester.</a:t>
            </a:r>
          </a:p>
          <a:p/>
          <a:p>
            <a:r>
              <a:t>Produce a professional report with:</a:t>
            </a:r>
          </a:p>
          <a:p>
            <a:r>
              <a:t>- Executive Summary</a:t>
            </a:r>
          </a:p>
          <a:p>
            <a:r>
              <a:t>- Scope</a:t>
            </a:r>
          </a:p>
          <a:p>
            <a:r>
              <a:t>- Findings Table</a:t>
            </a:r>
          </a:p>
          <a:p>
            <a:r>
              <a:t>- Detailed Findings</a:t>
            </a:r>
          </a:p>
          <a:p>
            <a:r>
              <a:t>- Remediation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Findings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finding must include:</a:t>
            </a:r>
          </a:p>
          <a:p>
            <a:r>
              <a:t>- ID</a:t>
            </a:r>
          </a:p>
          <a:p>
            <a:r>
              <a:t>- Title</a:t>
            </a:r>
          </a:p>
          <a:p>
            <a:r>
              <a:t>- Severity</a:t>
            </a:r>
          </a:p>
          <a:p>
            <a:r>
              <a:t>- Evidence (masked)</a:t>
            </a:r>
          </a:p>
          <a:p>
            <a:r>
              <a:t>- Impact</a:t>
            </a:r>
          </a:p>
          <a:p>
            <a:r>
              <a:t>- Likelihood</a:t>
            </a:r>
          </a:p>
          <a:p>
            <a:r>
              <a:t>- Recommendation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Focus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Highlight:</a:t>
            </a:r>
          </a:p>
          <a:p>
            <a:r>
              <a:t>- API keys, tokens, passwords</a:t>
            </a:r>
          </a:p>
          <a:p>
            <a:r>
              <a:t>- JWT secrets</a:t>
            </a:r>
          </a:p>
          <a:p>
            <a:r>
              <a:t>- CORS issues</a:t>
            </a:r>
          </a:p>
          <a:p>
            <a:r>
              <a:t>- Debug mode</a:t>
            </a:r>
          </a:p>
          <a:p>
            <a:r>
              <a:t>- Production exposure risks</a:t>
            </a:r>
          </a:p>
          <a:p>
            <a:r>
              <a:t>- Secret management gaps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use redacted .env samples.</a:t>
            </a:r>
          </a:p>
          <a:p>
            <a:r>
              <a:t>Never share real production secrets.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