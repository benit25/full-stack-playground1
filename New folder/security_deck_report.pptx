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Security &amp; Deployment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Practical Findings, Risks, and Next Steps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app is live and working as expected in production.</a:t>
            </a:r>
          </a:p>
          <a:p>
            <a:r>
              <a:t>Core functionality looks solid — all smoke tests passed.</a:t>
            </a:r>
          </a:p>
          <a:p>
            <a:r>
              <a:t>Admin routes are properly protected on the backend (good sign).</a:t>
            </a:r>
          </a:p>
          <a:p>
            <a:r>
              <a:t>Main gaps are around environment security, credentials, and unverified integrations.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What’s Working Well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Deployment is stable and reachable in production.</a:t>
            </a:r>
          </a:p>
          <a:p>
            <a:r>
              <a:t>Health endpoint confirms backend is running.</a:t>
            </a:r>
          </a:p>
          <a:p>
            <a:r>
              <a:t>Smoke tests passed across all major flows (auth, content, UI).</a:t>
            </a:r>
          </a:p>
          <a:p>
            <a:r>
              <a:t>Admin endpoints correctly block unauthenticated access.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Reality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system is deployed and wired correctly.</a:t>
            </a:r>
          </a:p>
          <a:p>
            <a:r>
              <a:t>Environment variables are set across environments.</a:t>
            </a:r>
          </a:p>
          <a:p>
            <a:r>
              <a:t>But: configured does NOT mean secure.</a:t>
            </a:r>
          </a:p>
          <a:p>
            <a:r>
              <a:t>We still need to verify how sensitive values are handled.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 Risks (Why This Matters)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.env files are a common source of leaks and breaches.</a:t>
            </a:r>
          </a:p>
          <a:p>
            <a:r>
              <a:t>We haven’t confirmed if secrets are strong, rotated, or exposed.</a:t>
            </a:r>
          </a:p>
          <a:p>
            <a:r>
              <a:t>Risk areas include API keys, DB credentials, JWT secrets.</a:t>
            </a:r>
          </a:p>
          <a:p>
            <a:r>
              <a:t>This needs a proper audit — not just a visual check.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Security (Strong Area)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Requests without auth are rejected — this is correct behavior.</a:t>
            </a:r>
          </a:p>
          <a:p>
            <a:r>
              <a:t>Security is enforced server-side, not just hidden in UI.</a:t>
            </a:r>
          </a:p>
          <a:p>
            <a:r>
              <a:t>Backend also enforces admin rules (not bypassable).</a:t>
            </a:r>
          </a:p>
          <a:p>
            <a:r>
              <a:t>Overall: this part is implemented properly.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Smoke Test Results (What It Tells Us)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9 tests passed (100% success rate).</a:t>
            </a:r>
          </a:p>
          <a:p>
            <a:r>
              <a:t>Auth, content creation, discovery, and UI all working.</a:t>
            </a:r>
          </a:p>
          <a:p>
            <a:r>
              <a:t>System behaves consistently across endpoints.</a:t>
            </a:r>
          </a:p>
          <a:p>
            <a:r>
              <a:t>Important: this proves functionality — not full security.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Gaps &amp; Unknowns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Production credentials are not validated yet.</a:t>
            </a:r>
          </a:p>
          <a:p>
            <a:r>
              <a:t>Database security (RLS) hasn’t been independently verified.</a:t>
            </a:r>
          </a:p>
          <a:p>
            <a:r>
              <a:t>Email integration hasn’t been tested end-to-end.</a:t>
            </a:r>
          </a:p>
          <a:p>
            <a:r>
              <a:t>These gaps limit confidence in real-world security.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runs create leftover data (no cleanup).</a:t>
            </a:r>
          </a:p>
          <a:p>
            <a:r>
              <a:t>Repeated tests may hit auth rate limits.</a:t>
            </a:r>
          </a:p>
          <a:p>
            <a:r>
              <a:t>Could cause flaky results over time.</a:t>
            </a:r>
          </a:p>
          <a:p>
            <a:r>
              <a:t>Needs better test hygiene and isolation.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Biggest Risks Right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Misconfigured or exposed environment variables.</a:t>
            </a:r>
          </a:p>
          <a:p>
            <a:r>
              <a:t>Unverified access control in production.</a:t>
            </a:r>
          </a:p>
          <a:p>
            <a:r>
              <a:t>Unknown state of database-level protections.</a:t>
            </a:r>
          </a:p>
          <a:p>
            <a:r>
              <a:t>Unvalidated third-party integrations.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I’d Fix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Audit and secure all environment variables.</a:t>
            </a:r>
          </a:p>
          <a:p>
            <a:r>
              <a:t>Create and verify real production test accounts.</a:t>
            </a:r>
          </a:p>
          <a:p>
            <a:r>
              <a:t>Confirm database RLS policies are working.</a:t>
            </a:r>
          </a:p>
          <a:p>
            <a:r>
              <a:t>Test email integration from backend only.</a:t>
            </a:r>
          </a:p>
          <a:p>
            <a:r>
              <a:t>Add cleanup + stability to test suite.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 a proper .env security audit.</a:t>
            </a:r>
          </a:p>
          <a:p>
            <a:r>
              <a:t>Do targeted testing on auth + admin endpoints.</a:t>
            </a:r>
          </a:p>
          <a:p>
            <a:r>
              <a:t>Document what’s actually secured vs assumed.</a:t>
            </a:r>
          </a:p>
          <a:p>
            <a:r>
              <a:t>Add security checks into CI/CD pipeline.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