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Comprehensive Security Audit &amp; Deployment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Expanded Technical Analysis, Evidence, and Risk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application is successfully deployed and operational in a production environment.</a:t>
            </a:r>
          </a:p>
          <a:p>
            <a:r>
              <a:t>Health checks confirm backend availability and infrastructure readiness.</a:t>
            </a:r>
          </a:p>
          <a:p>
            <a:r>
              <a:t>Smoke testing achieved a 100% success rate across all critical user flows.</a:t>
            </a:r>
          </a:p>
          <a:p>
            <a:r>
              <a:t>Server-side protections are enforced for admin routes, reducing UI-only security risks.</a:t>
            </a:r>
          </a:p>
          <a:p>
            <a:r>
              <a:t>However, gaps remain in credential validation, environment hardening, and external service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Validation (Detailed)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Production deployment is hosted and accessible, indicating CI/CD pipeline success.</a:t>
            </a:r>
          </a:p>
          <a:p>
            <a:r>
              <a:t>Health endpoint validation confirms service uptime and correct API routing.</a:t>
            </a:r>
          </a:p>
          <a:p>
            <a:r>
              <a:t>Environment variables are configured across deployment stages, supporting runtime configuration.</a:t>
            </a:r>
          </a:p>
          <a:p>
            <a:r>
              <a:t>This demonstrates baseline operational maturity but does not guarantee secure configuration.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Configuration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Environment variables are a high-risk attack surface if improperly managed.</a:t>
            </a:r>
          </a:p>
          <a:p>
            <a:r>
              <a:t>Potential risks include leaked API keys, exposed database credentials, and weak secrets.</a:t>
            </a:r>
          </a:p>
          <a:p>
            <a:r>
              <a:t>Misconfigured variables may enable privilege escalation or unauthorized access.</a:t>
            </a:r>
          </a:p>
          <a:p>
            <a:r>
              <a:t>A formal audit of .env contents is required to ensure secure secret handling and rotation policies.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Security Controls (Deep Dive)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Unauthorized requests are correctly rejected, indicating authentication enforcement.</a:t>
            </a:r>
          </a:p>
          <a:p>
            <a:r>
              <a:t>Server-side validation prevents bypassing controls via direct API access.</a:t>
            </a:r>
          </a:p>
          <a:p>
            <a:r>
              <a:t>Policy enforcement (e.g., single-admin constraint) confirms business logic is protected.</a:t>
            </a:r>
          </a:p>
          <a:p>
            <a:r>
              <a:t>This significantly reduces risk compared to client-side-only authorization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Smoke Testing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core functional paths were validated successfully with zero failures.</a:t>
            </a:r>
          </a:p>
          <a:p>
            <a:r>
              <a:t>Coverage includes authentication, content creation, discovery, and UI availability.</a:t>
            </a:r>
          </a:p>
          <a:p>
            <a:r>
              <a:t>Consistent HTTP responses confirm API contract reliability.</a:t>
            </a:r>
          </a:p>
          <a:p>
            <a:r>
              <a:t>This provides strong confidence in functional stability but not full security assurance.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Weaknesses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Repeated test execution introduces persistent data, increasing database noise.</a:t>
            </a:r>
          </a:p>
          <a:p>
            <a:r>
              <a:t>Lack of cleanup mechanisms may impact performance and analytics accuracy.</a:t>
            </a:r>
          </a:p>
          <a:p>
            <a:r>
              <a:t>Authentication endpoints are rate-limited, which can cause inconsistent test outcomes.</a:t>
            </a:r>
          </a:p>
          <a:p>
            <a:r>
              <a:t>Operational resilience requires improvements in test isolation and cleanup.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Unverified Security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Production credentials are not validated, preventing full authorization testing.</a:t>
            </a:r>
          </a:p>
          <a:p>
            <a:r>
              <a:t>Row Level Security (RLS) in the database has not been independently verified.</a:t>
            </a:r>
          </a:p>
          <a:p>
            <a:r>
              <a:t>Email service integration has not been confirmed with a successful secure transaction.</a:t>
            </a:r>
          </a:p>
          <a:p>
            <a:r>
              <a:t>These gaps limit confidence in end-to-end security posture.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Risk Level: Medium (functional stability high, security validation incomplete).</a:t>
            </a:r>
          </a:p>
          <a:p>
            <a:r>
              <a:t>Primary risks stem from configuration, access control verification, and external dependencies.</a:t>
            </a:r>
          </a:p>
          <a:p>
            <a:r>
              <a:t>No immediate critical exploit identified, but missing validations create potential exposure.</a:t>
            </a:r>
          </a:p>
          <a:p>
            <a:r>
              <a:t>Risk level may increase if secrets or policies are misconfigured in production.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Audit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environment variables for exposed secrets and insecure defaults.</a:t>
            </a:r>
          </a:p>
          <a:p>
            <a:r>
              <a:t>Analyze authentication and authorization mechanisms.</a:t>
            </a:r>
          </a:p>
          <a:p>
            <a:r>
              <a:t>Validate infrastructure configuration and deployment practices.</a:t>
            </a:r>
          </a:p>
          <a:p>
            <a:r>
              <a:t>Test external integrations for secure communication and access control.</a:t>
            </a:r>
          </a:p>
          <a:p>
            <a:r>
              <a:t>Classify findings based on severity and exploitability.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(Detailed)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Establish secure secret management (e.g., vault-based storage, rotation policies).</a:t>
            </a:r>
          </a:p>
          <a:p>
            <a:r>
              <a:t>Seed and validate production test accounts for full auth testing.</a:t>
            </a:r>
          </a:p>
          <a:p>
            <a:r>
              <a:t>Verify database security policies such as RLS and access restrictions.</a:t>
            </a:r>
          </a:p>
          <a:p>
            <a:r>
              <a:t>Validate all third-party integrations using server-side secure flows.</a:t>
            </a:r>
          </a:p>
          <a:p>
            <a:r>
              <a:t>Implement automated cleanup for test-generated data.</a:t>
            </a:r>
          </a:p>
          <a:p>
            <a:r>
              <a:t>Introduce monitoring and alerting for unauthorized access attempts.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(Strategic)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 a full .env security audit using automated and manual review.</a:t>
            </a:r>
          </a:p>
          <a:p>
            <a:r>
              <a:t>Conduct penetration testing on authentication and admin endpoints.</a:t>
            </a:r>
          </a:p>
          <a:p>
            <a:r>
              <a:t>Document security controls and compliance posture.</a:t>
            </a:r>
          </a:p>
          <a:p>
            <a:r>
              <a:t>Prepare audit-ready evidence for stakeholders or external reviewers.</a:t>
            </a:r>
          </a:p>
          <a:p>
            <a:r>
              <a:t>Continuously integrate security checks into CI/CD pipelines.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